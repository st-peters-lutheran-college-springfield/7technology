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B2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3840480" cy="3840480"/>
          </a:xfrm>
          <a:prstGeom prst="ellipse">
            <a:avLst/>
          </a:prstGeom>
          <a:solidFill>
            <a:srgbClr val="BD9B60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120640"/>
            <a:ext cx="2926080" cy="2926080"/>
          </a:xfrm>
          <a:prstGeom prst="ellipse">
            <a:avLst/>
          </a:prstGeom>
          <a:solidFill>
            <a:srgbClr val="F5E1A4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965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BD9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2 · LESSON 2.3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Linking Networking to Wellbeing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39776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E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Networking &amp; Digital Systems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5E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 Peters Lutheran College Springfield  ·  Year 7 Technologies  ·  Unit 3 — CyberPet for Wellbeing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D9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DISCUSSION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B2D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 &amp; Feelings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7589520" cy="4480560"/>
          </a:xfrm>
          <a:prstGeom prst="roundRect">
            <a:avLst>
              <a:gd name="adj" fmla="val 2449"/>
            </a:avLst>
          </a:prstGeom>
          <a:solidFill>
            <a:srgbClr val="FBF3E6"/>
          </a:solidFill>
          <a:ln/>
          <a:effectLst>
            <a:outerShdw sx="100000" sy="100000" kx="0" ky="0" algn="bl" rotWithShape="0" blurRad="76200" dist="25400" dir="5400000">
              <a:srgbClr val="1D252D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11680"/>
            <a:ext cx="69494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technology help people communicate feelings?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might non-verbal systems be safer or more comfortable for some people than speaking up?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bridge between what you've learned about networking and the design challenge ahead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366760" y="1737360"/>
            <a:ext cx="3246120" cy="4480560"/>
          </a:xfrm>
          <a:prstGeom prst="roundRect">
            <a:avLst>
              <a:gd name="adj" fmla="val 3380"/>
            </a:avLst>
          </a:prstGeom>
          <a:solidFill>
            <a:srgbClr val="7B2D3E"/>
          </a:solidFill>
          <a:ln/>
          <a:effectLst>
            <a:outerShdw sx="100000" sy="100000" kx="0" ky="0" algn="bl" rotWithShape="0" blurRad="76200" dist="25400" dir="5400000">
              <a:srgbClr val="1D252D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0" y="2057400"/>
            <a:ext cx="548640" cy="548640"/>
          </a:xfrm>
          <a:prstGeom prst="ellipse">
            <a:avLst/>
          </a:prstGeom>
          <a:solidFill>
            <a:srgbClr val="BD9B60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♥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686800" y="27432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Coming up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0" y="3246120"/>
            <a:ext cx="26517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5E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Week 3, you'll apply everything from Weeks 1–2 to design your own CyberPet.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A8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 Peters Lutheran College Springfield  ·  Year 7 Technologies  ·  Unit 3 — CyberPet for Wellbeing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D25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280160"/>
            <a:ext cx="3474720" cy="3474720"/>
          </a:xfrm>
          <a:prstGeom prst="ellipse">
            <a:avLst/>
          </a:prstGeom>
          <a:solidFill>
            <a:srgbClr val="7B2D3E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D9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TASK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OneNote Reflection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214884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F5E1A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might wireless systems help teachers support students?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3749040"/>
            <a:ext cx="98755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reflection in OneNote before next lesson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back to what you learned about signals, groups and limits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no single right answer — explain your own thinking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5E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 Peters Lutheran College Springfield  ·  Year 7 Technologies  ·  Unit 3 — CyberPet for Wellbeing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2026-07-29T12:11:48Z</dcterms:created>
  <dcterms:modified xsi:type="dcterms:W3CDTF">2026-07-29T12:11:48Z</dcterms:modified>
</cp:coreProperties>
</file>