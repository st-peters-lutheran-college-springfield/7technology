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B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BD9B6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2926080" cy="2926080"/>
          </a:xfrm>
          <a:prstGeom prst="ellipse">
            <a:avLst/>
          </a:prstGeom>
          <a:solidFill>
            <a:srgbClr val="F5E1A4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BD9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1 · LESSON 1.3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Simple Light Show Programming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39776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E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Networking &amp; Digital Systems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5E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Peters Lutheran College Springfield  ·  Year 7 Technologies  ·  Unit 3 — CyberPet for Wellbeing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D9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TASK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2D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Modify Your Code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35680" cy="4297680"/>
          </a:xfrm>
          <a:prstGeom prst="roundRect">
            <a:avLst>
              <a:gd name="adj" fmla="val 3103"/>
            </a:avLst>
          </a:prstGeom>
          <a:solidFill>
            <a:srgbClr val="F1E6D3"/>
          </a:solidFill>
          <a:ln/>
          <a:effectLst>
            <a:outerShdw sx="100000" sy="100000" kx="0" ky="0" algn="bl" rotWithShape="0" blurRad="76200" dist="25400" dir="5400000">
              <a:srgbClr val="1D252D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42160" y="2103120"/>
            <a:ext cx="548640" cy="548640"/>
          </a:xfrm>
          <a:prstGeom prst="ellipse">
            <a:avLst/>
          </a:prstGeom>
          <a:solidFill>
            <a:srgbClr val="7B2D3E"/>
          </a:solidFill>
          <a:ln/>
        </p:spPr>
      </p:sp>
      <p:sp>
        <p:nvSpPr>
          <p:cNvPr id="6" name="Text 4"/>
          <p:cNvSpPr/>
          <p:nvPr/>
        </p:nvSpPr>
        <p:spPr>
          <a:xfrm>
            <a:off x="204216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316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 colours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703320"/>
            <a:ext cx="307848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your script so the GlowBit displays different colours.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12920" y="1828800"/>
            <a:ext cx="3535680" cy="4297680"/>
          </a:xfrm>
          <a:prstGeom prst="roundRect">
            <a:avLst>
              <a:gd name="adj" fmla="val 3103"/>
            </a:avLst>
          </a:prstGeom>
          <a:solidFill>
            <a:srgbClr val="FBF3E6"/>
          </a:solidFill>
          <a:ln/>
          <a:effectLst>
            <a:outerShdw sx="100000" sy="100000" kx="0" ky="0" algn="bl" rotWithShape="0" blurRad="76200" dist="25400" dir="5400000">
              <a:srgbClr val="1D252D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806440" y="2103120"/>
            <a:ext cx="548640" cy="548640"/>
          </a:xfrm>
          <a:prstGeom prst="ellipse">
            <a:avLst/>
          </a:prstGeom>
          <a:solidFill>
            <a:srgbClr val="7B2D3E"/>
          </a:solidFill>
          <a:ln/>
        </p:spPr>
      </p:sp>
      <p:sp>
        <p:nvSpPr>
          <p:cNvPr id="11" name="Text 9"/>
          <p:cNvSpPr/>
          <p:nvPr/>
        </p:nvSpPr>
        <p:spPr>
          <a:xfrm>
            <a:off x="580644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495800" y="2880360"/>
            <a:ext cx="316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Adjust speed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41520" y="3703320"/>
            <a:ext cx="307848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how quickly the light pattern updates.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77200" y="1828800"/>
            <a:ext cx="3535680" cy="4297680"/>
          </a:xfrm>
          <a:prstGeom prst="roundRect">
            <a:avLst>
              <a:gd name="adj" fmla="val 3103"/>
            </a:avLst>
          </a:prstGeom>
          <a:solidFill>
            <a:srgbClr val="F1E6D3"/>
          </a:solidFill>
          <a:ln/>
          <a:effectLst>
            <a:outerShdw sx="100000" sy="100000" kx="0" ky="0" algn="bl" rotWithShape="0" blurRad="76200" dist="25400" dir="5400000">
              <a:srgbClr val="1D252D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570720" y="2103120"/>
            <a:ext cx="548640" cy="548640"/>
          </a:xfrm>
          <a:prstGeom prst="ellipse">
            <a:avLst/>
          </a:prstGeom>
          <a:solidFill>
            <a:srgbClr val="7B2D3E"/>
          </a:solidFill>
          <a:ln/>
        </p:spPr>
      </p:sp>
      <p:sp>
        <p:nvSpPr>
          <p:cNvPr id="16" name="Text 14"/>
          <p:cNvSpPr/>
          <p:nvPr/>
        </p:nvSpPr>
        <p:spPr>
          <a:xfrm>
            <a:off x="957072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60080" y="2880360"/>
            <a:ext cx="316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 pattern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05800" y="3703320"/>
            <a:ext cx="307848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colour and timing changes into your own light sequence.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Peters Lutheran College Springfield  ·  Year 7 Technologies  ·  Unit 3 — CyberPet for Wellbeing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D9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2D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Controls What the User Sees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7589520" cy="4480560"/>
          </a:xfrm>
          <a:prstGeom prst="roundRect">
            <a:avLst>
              <a:gd name="adj" fmla="val 2449"/>
            </a:avLst>
          </a:prstGeom>
          <a:solidFill>
            <a:srgbClr val="FBF3E6"/>
          </a:solidFill>
          <a:ln/>
          <a:effectLst>
            <a:outerShdw sx="100000" sy="100000" kx="0" ky="0" algn="bl" rotWithShape="0" blurRad="76200" dist="25400" dir="5400000">
              <a:srgbClr val="1D252D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69494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colour, speed and pattern choice is a design decision, not just a coding one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same principle your CyberPet will use later — light communicating information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code changes can create very different user experiences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366760" y="1737360"/>
            <a:ext cx="3246120" cy="4480560"/>
          </a:xfrm>
          <a:prstGeom prst="roundRect">
            <a:avLst>
              <a:gd name="adj" fmla="val 3380"/>
            </a:avLst>
          </a:prstGeom>
          <a:solidFill>
            <a:srgbClr val="7B2D3E"/>
          </a:solidFill>
          <a:ln/>
          <a:effectLst>
            <a:outerShdw sx="100000" sy="100000" kx="0" ky="0" algn="bl" rotWithShape="0" blurRad="76200" dist="25400" dir="5400000">
              <a:srgbClr val="1D252D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0" y="2057400"/>
            <a:ext cx="548640" cy="548640"/>
          </a:xfrm>
          <a:prstGeom prst="ellipse">
            <a:avLst/>
          </a:prstGeom>
          <a:solidFill>
            <a:srgbClr val="BD9B60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0" y="2743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Reflection (OneNote)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0" y="3246120"/>
            <a:ext cx="26517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E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your code control what the user sees? Write 2–3 sentences.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Peters Lutheran College Springfield  ·  Year 7 Technologies  ·  Unit 3 — CyberPet for Wellbeing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D25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280160"/>
            <a:ext cx="3474720" cy="3474720"/>
          </a:xfrm>
          <a:prstGeom prst="ellipse">
            <a:avLst/>
          </a:prstGeom>
          <a:solidFill>
            <a:srgbClr val="7B2D3E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D9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you go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98755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GlowBit shows at least two different colours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adjusted the speed of my light pattern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written my OneNote reflection on code and user experience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5E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Peters Lutheran College Springfield  ·  Year 7 Technologies  ·  Unit 3 — CyberPet for Wellbeing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2026-07-29T12:11:48Z</dcterms:created>
  <dcterms:modified xsi:type="dcterms:W3CDTF">2026-07-29T12:11:48Z</dcterms:modified>
</cp:coreProperties>
</file>