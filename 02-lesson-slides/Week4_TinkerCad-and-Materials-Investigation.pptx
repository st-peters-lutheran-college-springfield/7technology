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 · INVESTIGATION CHECKPOINT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TinkerCad &amp; Materials Investigation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Materials &amp; Manufacturing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TINKERCAD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Design Skills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basic shapes to build a 3D model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and align shapes precisely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your design as an image or file for your folio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internal mount, an external shell, OR a decorative feature.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INVESTIGATION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Weighing Up Your Options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Recyclable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Easy to prototype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Low durability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Felt / leather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Soft, calming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Emotional comfort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Needs structural support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Plywood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108960"/>
            <a:ext cx="30632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Durable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Laser cuttable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Higher resource use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CHOOSE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Generation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suit my chosen persona?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friendly and calming?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protect the electronics?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durable, and is it sustainable?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manufactured with school tools?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due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investigation completed, sustainability considered, initial ideas generated.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started my TinkerCad model for my chosen component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compared at least three materials against my persona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generated multiple initial design ideas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