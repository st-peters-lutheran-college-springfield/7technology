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BD9B6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2926080" cy="2926080"/>
          </a:xfrm>
          <a:prstGeom prst="ellipse">
            <a:avLst/>
          </a:prstGeom>
          <a:solidFill>
            <a:srgbClr val="F5E1A4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LESSON 2.2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Devices → One Receiver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Networking &amp; Digital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Class Sends Signals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58952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6949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micro:bit in the class sends a signal to one shared receiver at the same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what happens to the receiver as signals arrive together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what happens when every CyberPet in a real classroom reports to one teacher display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66760" y="1737360"/>
            <a:ext cx="3246120" cy="4480560"/>
          </a:xfrm>
          <a:prstGeom prst="roundRect">
            <a:avLst>
              <a:gd name="adj" fmla="val 3380"/>
            </a:avLst>
          </a:prstGeom>
          <a:solidFill>
            <a:srgbClr val="7B2D3E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0" y="2057400"/>
            <a:ext cx="548640" cy="548640"/>
          </a:xfrm>
          <a:prstGeom prst="ellipse">
            <a:avLst/>
          </a:prstGeom>
          <a:solidFill>
            <a:srgbClr val="BD9B6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primes...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324612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 ethical design thinking your CyberPet project will need in Week 3.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Did We Notice?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BF3E6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worked?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signals were received clearly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could show general patterns of activity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E6D3"/>
          </a:solidFill>
          <a:ln/>
          <a:effectLst>
            <a:outerShdw sx="100000" sy="100000" kx="0" ky="0" algn="bl" rotWithShape="0" blurRad="76200" dist="25400" dir="5400000">
              <a:srgbClr val="1D252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7B2D3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02996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went wrong?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69748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clashed or were missed when too many arrived at once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became hard to tell individual messages apart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rgbClr val="7B2D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D9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 Systems Need Rules?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every device could send anything, anytime, with no limits — what would happen to the system?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(like radio groups and minimal messages) prevent signal clashes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design anticipates many users, not just 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thinking your CyberPet design will need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5E1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Peters Lutheran College Springfield  ·  Year 7 Technologies  ·  Unit 3 — CyberPet for Wellbeing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2026-07-29T12:11:48Z</dcterms:created>
  <dcterms:modified xsi:type="dcterms:W3CDTF">2026-07-29T12:11:48Z</dcterms:modified>
</cp:coreProperties>
</file>