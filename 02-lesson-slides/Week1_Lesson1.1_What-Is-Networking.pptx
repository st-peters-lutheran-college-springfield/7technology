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 · LESSON 1.1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Networking?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Networking &amp; Digital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Intentions &amp; Success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understand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digital systems can communicate wirelessly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devices send and receive simple signals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LEDs can represent information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criteria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connect a GlowBit to a micro:bit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upload a basic program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information travels from one device to another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Network?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is a group of devices that can send information to each other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 phones, classroom Wi-Fi, smart toys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let devices share small pieces of information quickly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introduce the micro:bit's built-in radio — it can send and receive messages, just like these examples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about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networked devices are within arm's reach of you right now?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Information Travels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0" y="2944368"/>
            <a:ext cx="822960" cy="329184"/>
          </a:xfrm>
          <a:prstGeom prst="rightArrow">
            <a:avLst/>
          </a:prstGeom>
          <a:solidFill>
            <a:srgbClr val="1D252D"/>
          </a:solidFill>
          <a:ln/>
        </p:spPr>
      </p:sp>
      <p:sp>
        <p:nvSpPr>
          <p:cNvPr id="7" name="Shape 5"/>
          <p:cNvSpPr/>
          <p:nvPr/>
        </p:nvSpPr>
        <p:spPr>
          <a:xfrm>
            <a:off x="470916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BD9B60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52360" y="2944368"/>
            <a:ext cx="822960" cy="329184"/>
          </a:xfrm>
          <a:prstGeom prst="rightArrow">
            <a:avLst/>
          </a:prstGeom>
          <a:solidFill>
            <a:srgbClr val="1D252D"/>
          </a:solidFill>
          <a:ln/>
        </p:spPr>
      </p:sp>
      <p:sp>
        <p:nvSpPr>
          <p:cNvPr id="10" name="Shape 8"/>
          <p:cNvSpPr/>
          <p:nvPr/>
        </p:nvSpPr>
        <p:spPr>
          <a:xfrm>
            <a:off x="827532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digital system follows this pattern. A sender turns an action into a signal; a receiver turns that signal back into something useful.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NETWORKING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 → Signal → Receiver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0" y="2944368"/>
            <a:ext cx="822960" cy="329184"/>
          </a:xfrm>
          <a:prstGeom prst="rightArrow">
            <a:avLst/>
          </a:prstGeom>
          <a:solidFill>
            <a:srgbClr val="1D252D"/>
          </a:solidFill>
          <a:ln/>
        </p:spPr>
      </p:sp>
      <p:sp>
        <p:nvSpPr>
          <p:cNvPr id="7" name="Shape 5"/>
          <p:cNvSpPr/>
          <p:nvPr/>
        </p:nvSpPr>
        <p:spPr>
          <a:xfrm>
            <a:off x="470916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BD9B60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52360" y="2944368"/>
            <a:ext cx="822960" cy="329184"/>
          </a:xfrm>
          <a:prstGeom prst="rightArrow">
            <a:avLst/>
          </a:prstGeom>
          <a:solidFill>
            <a:srgbClr val="1D252D"/>
          </a:solidFill>
          <a:ln/>
        </p:spPr>
      </p:sp>
      <p:sp>
        <p:nvSpPr>
          <p:cNvPr id="10" name="Shape 8"/>
          <p:cNvSpPr/>
          <p:nvPr/>
        </p:nvSpPr>
        <p:spPr>
          <a:xfrm>
            <a:off x="827532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task: draw both of these system diagrams in your OneNote — Input → Process → Output, and Sender → Signal → Receiver.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a network is, in my own words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drawn both system diagrams in OneNote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the micro:bit can send AND receive radio signals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