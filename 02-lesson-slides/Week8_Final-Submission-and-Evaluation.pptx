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8 · FINAL SUBMISSION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Evaluation &amp; Submission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your design folio together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Justify Your Key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three most important design decisions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what you decided, what alternatives you considered, and why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evidence — your materials investigation, persona research, testing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reflect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150–200 words: hardest part, what you'd change, one thing you learned.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10-Section Folio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Sections 1–5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Identification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 Persona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Investigation of Materials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Ideas &amp; Sketches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Design Criteria &amp; Sustainability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Sections 6–10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Manufacturing Decisions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Digital Design (TinkerCad)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Final Design Description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Testing and Refinement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Evaluation and Reflection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31/08/2026 by 3:00 pm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your complete Design Folio in Class OneNote.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sections complete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A3-equivalent pages of annotations, sketches and diagrams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individual work — sources of inspiration acknowledged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GenAI tools used within this assessment task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