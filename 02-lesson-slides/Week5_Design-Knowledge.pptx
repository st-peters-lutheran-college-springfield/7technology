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BD9B6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F5E1A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5 · DESIGN &amp; IDEATION CHECKPOINT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Knowledge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Elements, Principles &amp; Human-Centred Design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&amp;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Form, Shape &amp; Functionality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6949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— the overall 3D shape of your CyberPet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— the 2D outlines and profiles that build that form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— how well the form supports its actual job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be asked to explain how form supports use, and why your shape suits your user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66760" y="173736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7B2D3E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0" y="2057400"/>
            <a:ext cx="548640" cy="548640"/>
          </a:xfrm>
          <a:prstGeom prst="ellipse">
            <a:avLst/>
          </a:prstGeom>
          <a:solidFill>
            <a:srgbClr val="BD9B6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both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324612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form supports use, and why the shape suits the user.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HUMAN-CENTRED DESIGN (SIMPLIFIED)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Five-Stage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29968" cy="4297680"/>
          </a:xfrm>
          <a:prstGeom prst="roundRect">
            <a:avLst>
              <a:gd name="adj" fmla="val 5405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9304" y="2103120"/>
            <a:ext cx="548640" cy="54864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6" name="Text 4"/>
          <p:cNvSpPr/>
          <p:nvPr/>
        </p:nvSpPr>
        <p:spPr>
          <a:xfrm>
            <a:off x="1289304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6642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Empathise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157276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your chosen persona's needs.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07208" y="1828800"/>
            <a:ext cx="2029968" cy="4297680"/>
          </a:xfrm>
          <a:prstGeom prst="roundRect">
            <a:avLst>
              <a:gd name="adj" fmla="val 5405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2103120"/>
            <a:ext cx="548640" cy="54864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90088" y="2880360"/>
            <a:ext cx="16642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35808" y="3703320"/>
            <a:ext cx="157276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problem clearly.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65776" y="1828800"/>
            <a:ext cx="2029968" cy="4297680"/>
          </a:xfrm>
          <a:prstGeom prst="roundRect">
            <a:avLst>
              <a:gd name="adj" fmla="val 5405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06440" y="2103120"/>
            <a:ext cx="548640" cy="54864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48656" y="2880360"/>
            <a:ext cx="16642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94376" y="3703320"/>
            <a:ext cx="157276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multiple design ideas.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24344" y="1828800"/>
            <a:ext cx="2029968" cy="4297680"/>
          </a:xfrm>
          <a:prstGeom prst="roundRect">
            <a:avLst>
              <a:gd name="adj" fmla="val 5405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65008" y="2103120"/>
            <a:ext cx="548640" cy="54864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21" name="Text 19"/>
          <p:cNvSpPr/>
          <p:nvPr/>
        </p:nvSpPr>
        <p:spPr>
          <a:xfrm>
            <a:off x="8065008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07224" y="2880360"/>
            <a:ext cx="16642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52944" y="3703320"/>
            <a:ext cx="157276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Sketch, model or build your idea.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82912" y="1828800"/>
            <a:ext cx="2029968" cy="4297680"/>
          </a:xfrm>
          <a:prstGeom prst="roundRect">
            <a:avLst>
              <a:gd name="adj" fmla="val 5405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23576" y="2103120"/>
            <a:ext cx="548640" cy="54864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26" name="Text 24"/>
          <p:cNvSpPr/>
          <p:nvPr/>
        </p:nvSpPr>
        <p:spPr>
          <a:xfrm>
            <a:off x="10323576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765792" y="2880360"/>
            <a:ext cx="16642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11512" y="3703320"/>
            <a:ext cx="157276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reflect against your criteria.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2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rgbClr val="7B2D3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go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9875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design ideas developed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criteria established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needs clearly addressed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2026-07-29T12:11:48Z</dcterms:created>
  <dcterms:modified xsi:type="dcterms:W3CDTF">2026-07-29T12:11:48Z</dcterms:modified>
</cp:coreProperties>
</file>