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7 · TESTING &amp; REFINEMENT CHECKPOINT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Refinement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Prototype, test, improve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Your Design Against Its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— do the electronics fit inside the case as designed?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— does it sit securely on a flat desk without tipping?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— could it survive being carried and handled repeatedly?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— does it fit safely inside a school bag?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criterion: pass, partial or fail — with evidence, not just a label.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Every Improvement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216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2042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specifically didn't work as planned?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580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152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adjust to fix it?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072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95707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6008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580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change solve the problem?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tested for function and durability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documented with evidence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OneNote Section 9 (Testing and Refinement) up to date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