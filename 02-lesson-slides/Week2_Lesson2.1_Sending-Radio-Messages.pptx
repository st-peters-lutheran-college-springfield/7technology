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LESSON 2.1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Radio Messages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Networking &amp; Digital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Intentions &amp; Success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understand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micro:bits can communicate via radio groups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messages must be short and simple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networking has limits (range, traffic)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send a message using radio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receive a message on another micro:bit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happens if too many signals are sent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 Groups &amp; One-Way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Micro:bits communicate over radio groups — only devices in the same group hear each other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keep messages minimal: short, simple signals travel faster and cause fewer problems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uses one-way communication — a sender, and a receiver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minimal?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messages are quicker to send, easier to process, and less likely to clash with other signals.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Your First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216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2042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same radio group as your partner's micro:bit.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580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152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 sends the message "1".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072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70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6008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580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micro:bit changes colour when it gets the message.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send a radio message from my micro:bit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receive and respond to a message on another micro:bit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why radio groups keep messages organised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