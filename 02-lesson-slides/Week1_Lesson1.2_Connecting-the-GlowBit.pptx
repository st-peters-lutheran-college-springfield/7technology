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 · LESSON 1.2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the GlowBit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Networking &amp; Digital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GlowBit Safety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connect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pin orientation before plugging in — reversed connections can damage the 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GlowBit by its edges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connect or disconnect while powered 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carry power and data between the micro:bit and GlowBit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are data outputs — they turn digital instructions into visible light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LED can show a different colour and brightness at once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INSTRUCTIONS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&amp; Test Your GlowBit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4216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20421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GlowBit to your micro:bit, matching pin orientation carefully.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580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152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teacher-provided starter script to your micro:bit.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7072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6" name="Text 14"/>
          <p:cNvSpPr/>
          <p:nvPr/>
        </p:nvSpPr>
        <p:spPr>
          <a:xfrm>
            <a:off x="95707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6008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580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colours and brightness — try changing at least two settings.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GlowBit Lights Respond Correctly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5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the end of this lesson, your GlowBit should light up and respond to the starter script.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GlowBit is connected securely to the micro:bit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uploaded the starter script without errors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change colours and brightness on my GlowBit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