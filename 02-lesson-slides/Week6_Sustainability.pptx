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B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BD9B6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2926080" cy="2926080"/>
          </a:xfrm>
          <a:prstGeom prst="ellipse">
            <a:avLst/>
          </a:prstGeom>
          <a:solidFill>
            <a:srgbClr val="F5E1A4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D9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6 · PRODUCTION PLANNING CHECKPOINT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Sustainability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Mandatory: all three dimensions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MANDATORY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2D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Social · Environmental · Economic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572000"/>
          </a:xfrm>
          <a:prstGeom prst="roundRect">
            <a:avLst>
              <a:gd name="adj" fmla="val 3117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7B2D3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306324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wellbeing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Non-judgemental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20440" cy="4572000"/>
          </a:xfrm>
          <a:prstGeom prst="roundRect">
            <a:avLst>
              <a:gd name="adj" fmla="val 3117"/>
            </a:avLst>
          </a:prstGeom>
          <a:solidFill>
            <a:srgbClr val="F1E6D3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965960"/>
            <a:ext cx="457200" cy="457200"/>
          </a:xfrm>
          <a:prstGeom prst="ellipse">
            <a:avLst/>
          </a:prstGeom>
          <a:solidFill>
            <a:srgbClr val="7B2D3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26280" y="25603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6280" y="3108960"/>
            <a:ext cx="306324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material choice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waste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20440" cy="4572000"/>
          </a:xfrm>
          <a:prstGeom prst="roundRect">
            <a:avLst>
              <a:gd name="adj" fmla="val 3117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1965960"/>
            <a:ext cx="457200" cy="457200"/>
          </a:xfrm>
          <a:prstGeom prst="ellipse">
            <a:avLst/>
          </a:prstGeom>
          <a:solidFill>
            <a:srgbClr val="7B2D3E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75320" y="25603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Economic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75320" y="3108960"/>
            <a:ext cx="306324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Repairable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for classrooms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2D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Your Sustainability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589520" cy="4480560"/>
          </a:xfrm>
          <a:prstGeom prst="roundRect">
            <a:avLst>
              <a:gd name="adj" fmla="val 2449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69494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short paragraph for EACH dimension: social, environmental, economic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every statement to an actual decision you made — not a generic claim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not "it's good for the environment" but "I chose plywood over acrylic to reduce resource use while keeping durability"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366760" y="1737360"/>
            <a:ext cx="3246120" cy="4480560"/>
          </a:xfrm>
          <a:prstGeom prst="roundRect">
            <a:avLst>
              <a:gd name="adj" fmla="val 3380"/>
            </a:avLst>
          </a:prstGeom>
          <a:solidFill>
            <a:srgbClr val="7B2D3E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0" y="2057400"/>
            <a:ext cx="548640" cy="548640"/>
          </a:xfrm>
          <a:prstGeom prst="ellipse">
            <a:avLst/>
          </a:prstGeom>
          <a:solidFill>
            <a:srgbClr val="BD9B6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0" y="2743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this goes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0" y="3246120"/>
            <a:ext cx="26517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OneNote — Section 5: Design Criteria (including sustainability).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D25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280160"/>
            <a:ext cx="3474720" cy="3474720"/>
          </a:xfrm>
          <a:prstGeom prst="ellipse">
            <a:avLst/>
          </a:prstGeom>
          <a:solidFill>
            <a:srgbClr val="7B2D3E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you go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98755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design selected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methods identified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design (TinkerCad) underway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sustainability dimensions addressed with specific evidence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2026-07-29T12:11:48Z</dcterms:created>
  <dcterms:modified xsi:type="dcterms:W3CDTF">2026-07-29T12:11:48Z</dcterms:modified>
</cp:coreProperties>
</file>