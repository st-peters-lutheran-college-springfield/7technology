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 · TASK COMMENCEMENT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the CyberPet Challenge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The Design Challenge begins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for Wellbeing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Year 7 students feel shy, anxious or unsure when starting secondary school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want a simple, non-verbal way to understand how their class is feeling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design a CyberPet that uses light to communicate classroom mood to a teacher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CyberPet transmits mood data anonymously to a teacher's desk display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being marked on complex coding — this is a materials and design challenge.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CONSTRAINTS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CyberPet Must / Must Not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one complete unit — micro:bit, GlowBit, battery pack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securely on a teacher's desk and be portable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electronics, using approved materials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mood using light only, without mains power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NOT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individuals or identify students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personal data or mood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mains power to operate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MATERIALS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footprint 15 × 15 cm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height 20 cm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fit safely in a school bag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materials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/ leather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Plywood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(approved)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parts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additive methods (e.g. 3D printing)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subtractive methods (e.g. laser cutting)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ANALYSIS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Your User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analyse all three teacher personas before choosing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 preferred colour palette, appropriate form and shape, mood display style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materials suited to your chosen user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your final choice in your OneNote folio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OneNote — Section 2: User Persona Analysis, for full persona details.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Be Successful If You...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a chosen user persona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functional, durable product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material choices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understanding of networking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three sustainability principles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 clearly in Class OneNote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